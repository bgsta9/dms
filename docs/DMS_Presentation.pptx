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MONITORING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 Learning &amp; Computer Vision for Driver Safety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486400" cy="228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 </a:t>
            </a:r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YOLOv8  ·  </a:t>
            </a:r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 </a:t>
            </a:r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DeepFace  ·  </a:t>
            </a:r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 </a:t>
            </a:r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PyGame Simulation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Submission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19202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crashes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drowsy driving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 crashes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distraction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82296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82296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262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eyes-off-road =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field blind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82296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822960"/>
            <a:ext cx="1920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836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20240"/>
            <a:ext cx="8412480" cy="22860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057400"/>
            <a:ext cx="4023360" cy="27432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057400"/>
            <a:ext cx="40233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130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Systems Fail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404872"/>
            <a:ext cx="374904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departure: reacts AFTER impairment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angle: masked by manual correction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sensors: require physical contact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expensive hardware add-ons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behavioral context (phone, eating, etc.)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057400"/>
            <a:ext cx="4206240" cy="27432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057400"/>
            <a:ext cx="420624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Passive Vision Works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2404872"/>
            <a:ext cx="393192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— standard RGB webcam only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impairment BEFORE vehicle is affected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behavioral context from face + body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response via real-time pipeline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commodity laptop hardware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280160" cy="36576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C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37360" y="777240"/>
            <a:ext cx="128016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12801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777240"/>
            <a:ext cx="128016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128016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0" y="777240"/>
            <a:ext cx="1280160" cy="548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777240"/>
            <a:ext cx="1280160" cy="36576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8321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08760" y="1051560"/>
            <a:ext cx="2286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1051560"/>
            <a:ext cx="2286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1051560"/>
            <a:ext cx="2286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051560"/>
            <a:ext cx="2286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051560"/>
            <a:ext cx="2286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011680"/>
            <a:ext cx="8595360" cy="96012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011680"/>
            <a:ext cx="8595360" cy="36576"/>
          </a:xfrm>
          <a:prstGeom prst="rect">
            <a:avLst/>
          </a:prstGeom>
          <a:solidFill>
            <a:srgbClr val="1C305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048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DL THREAD  (15 FPS)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331720"/>
            <a:ext cx="2468880" cy="53035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331720"/>
            <a:ext cx="24688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2331720"/>
            <a:ext cx="2468880" cy="53035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331720"/>
            <a:ext cx="246888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2331720"/>
            <a:ext cx="2468880" cy="53035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43600" y="2331720"/>
            <a:ext cx="24688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154680"/>
            <a:ext cx="4114800" cy="1691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154680"/>
            <a:ext cx="4114800" cy="36576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" y="3502152"/>
            <a:ext cx="384048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thread: geometry + analytics + render (30fps)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thread: YOLO + CNN + FER (15fps)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threading.Lock() protects frame + result buffers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Dirty-flag: no frame processed twice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NEVER blocks on DL inference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0" y="3154680"/>
            <a:ext cx="4297680" cy="1691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3154680"/>
            <a:ext cx="42976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2278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(Dataclasses)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3502152"/>
            <a:ext cx="40233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GeometryState → EyeState + HeadPoseState + GazeState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DetectionState → List[DetectionBox] + flags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ActionState → label + confidence + probabilities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AnalyticsState → scores + driver_state + alarms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typed — no implicit coupling between modules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GEOMETRIC TRACKING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0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24712"/>
            <a:ext cx="2468880" cy="3721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3D landmarks per frame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refinement enabled (468–477)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full 30 FPS on CPU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detection conf: 0.70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tracking conf: 0.70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19202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74320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850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(PnP)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124712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anatomical reference points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 ITERATIVE solver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Yaw, Pitch, Roll (°)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x, y, z (mm)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ZYX Euler decomposition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834640"/>
            <a:ext cx="2743200" cy="210312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907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182112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(||p₂-p₆|| + ||p₃-p₅||) / 2||p₁-p₄||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threshold: 0.21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threshold: 0.25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Percentile: EAR/0.35 × 100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Kalman-smoothed before use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43200" cy="19202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850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124712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[value, velocity]ᵀ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Constant-velocity model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yaw, pitch, roll,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x, y, z + both EAR values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Q=10⁻³  R=10⁻¹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2834640"/>
            <a:ext cx="2743200" cy="210312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834640"/>
            <a:ext cx="2743200" cy="36576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907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&amp; Blink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182112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center vs. eye span ratio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H + V gaze [-1, +1]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1s blink counter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Blink: consec closed ≥ 2 frames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Blinks/second + total count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DEEP LEARNING MODULES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32588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85953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Object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~35–50ms CPU  |  COCO 80-class pretrained  |  async background thread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→ distraction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C305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bottle/cup → drinking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3716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C30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→ eating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3716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C305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(proxy)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C3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 (proxy)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4160520" cy="26060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86000"/>
            <a:ext cx="416052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— Action Recognition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StateFarm Distracted Driver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(safe, phone, texting, drinking…)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  |  Input: 224×224 RGB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top-1 on StateFarm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YOLO-based heuristic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fine-tuned weights present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160520" cy="26060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86000"/>
            <a:ext cx="416052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— Expression Recognition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+ AffectNet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(angry, disgust, fear,
  happy, sad, surprise, neutral)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(human-level)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(fastest)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+ full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ANALYTICS &amp; STATE MACHINE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224028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0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Score Formula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24712"/>
            <a:ext cx="3840480" cy="1801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S_drow = 0.50·PERCLOS + 0.25·EAR + 0.10·Blink + 0.15·Pitch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PERCLOS: % frames with EAR &lt; 0.25 in 3s window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EAR: 1 − (EAR / 0.35), normalized [0,1]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Blink: deviation from normal 0.25–0.50 Hz range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Pitch: forward droop, saturates at −30°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97680" cy="224028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777240"/>
            <a:ext cx="429768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503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Score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124712"/>
            <a:ext cx="4023360" cy="1801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S_dist = 0.35·Yaw + 0.25·Pitch + 0.25·Gaze + 0.15·Action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Yaw: |yaw| / 20° threshold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Pitch: |pitch| / 15° threshold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Gaze: normalized iris deviation from center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risk table (texting=1.0, safe=0.0)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8595360" cy="173736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0400"/>
            <a:ext cx="8595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STATE MACHINE  —  15 consecutive frames to confirm transition (~0.5s)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828800" cy="11887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66160"/>
            <a:ext cx="182880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0.40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3566160"/>
            <a:ext cx="1828800" cy="11887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0" y="3566160"/>
            <a:ext cx="18288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3639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0.40–0.70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3566160"/>
            <a:ext cx="1828800" cy="11887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356616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639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0.70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PULL OVER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69480" y="3566160"/>
            <a:ext cx="1828800" cy="11887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9480" y="3566160"/>
            <a:ext cx="18288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3639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&lt; 0.45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092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4160520"/>
            <a:ext cx="54864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160520"/>
            <a:ext cx="54864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 &amp; 5 — UI &amp; SIMULATION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96596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HALF — DMS Feed (PyGame Surface)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webcam feed (BGR→RGB→Surface)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MediaPipe mesh overlay (contours + iris)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 bounding boxes + labels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11155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 panel: pose, EAR, gaze, blink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bars: drowsiness / distraction / PERCLOS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badges + alert banners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859536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34640"/>
            <a:ext cx="8595360" cy="18288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HALF — 2D Top-Down Simulation (60 FPS)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737360" cy="2926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speed, straight road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3200400"/>
            <a:ext cx="1737360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529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eases to 50%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200400"/>
            <a:ext cx="1737360" cy="2926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OVER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steer to shoulder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200400"/>
            <a:ext cx="1737360" cy="292608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529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lights + alarm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3346704"/>
            <a:ext cx="9144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3346704"/>
            <a:ext cx="9144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346704"/>
            <a:ext cx="9144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Road features: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Scrolling asphalt · dashed centre line · shoulder · roadside trees · distraction swerve effect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1920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68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7724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868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thread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77724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777240"/>
            <a:ext cx="1920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868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&lt;4ms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262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777240"/>
            <a:ext cx="1920240" cy="9144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77724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868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836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Face Mesh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 landmarks + iris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 + Kalman (×2)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Per-eye, 8 filters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solvePnP + Euler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solver, 6 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(CPU)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~35–50ms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no UI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(CPU)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~80–120ms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heuristic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DeepFace Emotion (CPU)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~200–400ms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OpenCV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+ StateMachine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Python math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PyGame render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+ blit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22860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0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24712"/>
            <a:ext cx="384048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real-time DMS running at 25–30 FPS on CPU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head pose (PnP) + EAR + PERCLOS + Kalman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DL: YOLO + EfficientNet + DeepFace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state machine with alarm system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split-screen UI + car simulation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fully documented Python codebase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97680" cy="22860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777240"/>
            <a:ext cx="42976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503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124712"/>
            <a:ext cx="40233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algorithm implemented + derived in report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formula with Kalman smoothing derivation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scoring per FHWA standard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weighted scoring with justification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architecture with safety analysis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mathematical appendix in technical report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114800" cy="1691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0400"/>
            <a:ext cx="411480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547872"/>
            <a:ext cx="384048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ActionModule on StateFarm dataset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 channel for night driving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driver profile &amp; personalization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integration for real ADAS deployment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4297680" cy="169164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200400"/>
            <a:ext cx="42976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Summary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547872"/>
            <a:ext cx="40233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OpenCV · MediaPipe · PyGame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Ultralytics YOLOv8 · timm · DeepFace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filterpy (Kalman) · numpy · scipy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MPS / CUDA / CPU — all supported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Driver Monitoring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486400" cy="228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0175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0175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017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017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30175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017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34290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4290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Algorithm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4290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Driver Monitoring System</dc:title>
  <dc:subject>PptxGenJS Presentation</dc:subject>
  <dc:creator>DMS Project</dc:creator>
  <cp:lastModifiedBy>DMS Project</cp:lastModifiedBy>
  <cp:revision>1</cp:revision>
  <dcterms:created xsi:type="dcterms:W3CDTF">2026-02-28T19:02:41Z</dcterms:created>
  <dcterms:modified xsi:type="dcterms:W3CDTF">2026-02-28T19:02:41Z</dcterms:modified>
</cp:coreProperties>
</file>